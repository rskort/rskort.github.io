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t, R.S. (Rick)" userId="7a23bd0c-f33a-473c-bca6-3e931c41b6ac" providerId="ADAL" clId="{1D049E84-E251-4E9E-8AD8-3A7635A743EA}"/>
    <pc:docChg chg="delSld modSld">
      <pc:chgData name="Kort, R.S. (Rick)" userId="7a23bd0c-f33a-473c-bca6-3e931c41b6ac" providerId="ADAL" clId="{1D049E84-E251-4E9E-8AD8-3A7635A743EA}" dt="2025-11-17T22:31:46.838" v="1" actId="729"/>
      <pc:docMkLst>
        <pc:docMk/>
      </pc:docMkLst>
      <pc:sldChg chg="mod modShow">
        <pc:chgData name="Kort, R.S. (Rick)" userId="7a23bd0c-f33a-473c-bca6-3e931c41b6ac" providerId="ADAL" clId="{1D049E84-E251-4E9E-8AD8-3A7635A743EA}" dt="2025-11-17T22:31:46.838" v="1" actId="729"/>
        <pc:sldMkLst>
          <pc:docMk/>
          <pc:sldMk cId="3841102790" sldId="256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549530412" sldId="257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863573607" sldId="258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193905712" sldId="259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361197164" sldId="260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635934596" sldId="261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347586843" sldId="262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247917476" sldId="263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984338577" sldId="264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1157509469" sldId="265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2934142938" sldId="266"/>
        </pc:sldMkLst>
      </pc:sldChg>
      <pc:sldChg chg="del">
        <pc:chgData name="Kort, R.S. (Rick)" userId="7a23bd0c-f33a-473c-bca6-3e931c41b6ac" providerId="ADAL" clId="{1D049E84-E251-4E9E-8AD8-3A7635A743EA}" dt="2025-11-17T22:31:42.161" v="0" actId="47"/>
        <pc:sldMkLst>
          <pc:docMk/>
          <pc:sldMk cId="395003849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A075-93A9-A2F8-F53C-D70F795FF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BA96D-DE08-D463-83D1-86942271F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085DB-19AD-95F7-544C-9BA6BE86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B8864-6680-007A-3930-89B03754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7E10D-0938-437B-3FF5-0DF18DB0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98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0B92-8C94-C028-E23F-98400898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12AC5-4A48-3FF7-64C2-7A9E772C1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6CBAF-24F5-E250-F166-D5D150C0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5D7A-3F48-D600-5E22-FD3702DF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FB261-DC4F-C0AB-D067-0BF4811E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3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E28B-2F1B-F0C7-1580-B5D1B850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43C9-E904-28A4-00A7-77C5113E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1EBD7-3286-4A90-A3ED-BFE68E4B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4A440-96EA-51F9-AF47-91E2985E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6AAF-1C00-0FF3-6B85-8F166504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25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5899-3558-5F1F-A862-BCE8482E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F5990-CD3B-99A8-7766-F54440089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BBC63-3699-F9DD-990D-89BB54260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8B98B-64AB-294B-332E-78EA682D7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8DCB9-9560-38EA-B25A-CA69BD65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EC23E-44AA-E2F1-627E-6A6E4F18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1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2CC4-AC0C-FA17-64A4-DF53913C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2CD4B-A7A5-7D2D-8F1A-3DF5E67CA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7D8F2-CB30-EDE5-3FD5-5B4BE9F1C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00340-A9F0-4300-D9EC-C8C8B960E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DB22F-2DFC-1AF5-C719-846D46A72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0764E-ED7F-29EF-A468-B2836EA7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D1112-92A2-62AF-583A-1AD6CD18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34BC7-8CA7-A03B-DAAF-40CA9456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A20D-5B61-2FB2-EDDE-52DDA50A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029FE-8ACD-E297-30E6-44CD3499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9A9EC-3017-182D-7565-CE55C22C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2C800-E8F0-F293-3BFE-E980FEC7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79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F8D8E-1F0C-290C-E351-B6BFEF17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8C7EE-0E5C-B00A-6C34-16D0A72A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E553D-2471-A849-97FA-D325E516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19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B33E-768F-A26B-2968-BE738DE4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AAA5-FE6C-6842-6534-7AB97B687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41DF8-FF42-37EF-6E27-8FD51F2C2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04128-C8A7-4721-22D7-DB1671AA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4D733-0385-413D-7E24-5619D351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16854-6686-7147-730D-E630FBA9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35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3C90-5952-01B1-F876-E6E07055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01961-8CF2-05C9-7C29-269599CAA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87EEB-1688-2325-6FDA-4010AF97D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BC0BC-118C-1B82-2DB7-0EF5AC2B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884E9-66BB-28CB-FA51-CB2F20CF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797C-4187-6BAD-113C-8E986C44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18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247D-ECD1-F7C3-947C-5F18C9C9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76F4-A6CD-2295-4985-566D2E223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74147-9230-5751-713A-86AEE2F3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B2B23-A2C0-0BDD-6C79-C92D7D91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84346-B734-F435-82BD-36104E27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73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586A6-5990-ACE8-CA68-0557EB08B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C91E4-4FD0-3E3B-73D6-1345A3BB6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E5D33-6912-5068-E5CC-F2E1C9D5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F27E-A6AF-F604-9A3D-64C9DB77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F879-605D-5A25-96A8-FBD500F1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78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8DACE-C890-7733-A27A-E104C578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7F3D5-0275-5FC5-CE2D-3BC8EC782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BFA8A-AE17-D938-2088-BC41CF6A6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BB6E0-1C51-4FF7-B1FF-C93ECB793BC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E3A68-1D1B-EB25-C399-07B5D710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D0715-88F9-87B1-E0A7-9F285EE1B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E4DEB-6A39-45AD-852B-26E1C0CA29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18062-6CCB-C4BE-B9E8-34BA81FAC02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90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| Intern</a:t>
            </a:r>
          </a:p>
        </p:txBody>
      </p:sp>
    </p:spTree>
    <p:extLst>
      <p:ext uri="{BB962C8B-B14F-4D97-AF65-F5344CB8AC3E}">
        <p14:creationId xmlns:p14="http://schemas.microsoft.com/office/powerpoint/2010/main" val="146782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2750F2-3AC8-6E06-200D-3CD4E62D4D40}"/>
              </a:ext>
            </a:extLst>
          </p:cNvPr>
          <p:cNvSpPr/>
          <p:nvPr/>
        </p:nvSpPr>
        <p:spPr>
          <a:xfrm>
            <a:off x="3335468" y="3211247"/>
            <a:ext cx="5521063" cy="35855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2700" b="0" cap="none" spc="0">
                <a:ln w="0"/>
                <a:solidFill>
                  <a:schemeClr val="tx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K  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DAF11-F615-A7C8-A8DC-B53F385BC599}"/>
              </a:ext>
            </a:extLst>
          </p:cNvPr>
          <p:cNvSpPr txBox="1"/>
          <p:nvPr/>
        </p:nvSpPr>
        <p:spPr>
          <a:xfrm>
            <a:off x="3297348" y="-434567"/>
            <a:ext cx="559730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400" b="0" cap="none" spc="0">
                <a:ln w="0"/>
                <a:solidFill>
                  <a:schemeClr val="tx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RS</a:t>
            </a:r>
            <a:endParaRPr lang="en-GB" sz="3440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8" name="Graphic 7" descr="Atom with solid fill">
            <a:extLst>
              <a:ext uri="{FF2B5EF4-FFF2-40B4-BE49-F238E27FC236}">
                <a16:creationId xmlns:a16="http://schemas.microsoft.com/office/drawing/2014/main" id="{47E6A4CA-A114-A66F-A06A-3B2C6FCE9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56704" y="4255129"/>
            <a:ext cx="1960074" cy="196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2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3497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Mongolian Baiti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Kort, R.S. (Rick)</dc:creator>
  <cp:lastModifiedBy>Kort, R.S. (Rick)</cp:lastModifiedBy>
  <cp:revision>1</cp:revision>
  <dcterms:created xsi:type="dcterms:W3CDTF">2025-11-14T14:10:08Z</dcterms:created>
  <dcterms:modified xsi:type="dcterms:W3CDTF">2025-11-17T22:31:48Z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Classified as Internal | Intern</vt:lpwstr>
  </property>
</Properties>
</file>